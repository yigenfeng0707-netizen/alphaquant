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2026 上海（长三角）中青年工程师创新创业大赛 · 金融科技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AlphaQuant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基于因子增强与风险平价的智能资产配置平台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个人参赛  ·  负责人 / 技术负责人 冯亦根  ·  中国电信杭州分公司（业余研发，非职务产品）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可运行演示：浏览器走完 选股 → 回测 → 组合 → 风控 → 适当性 → 案例2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口径：离线/回测演示，不是实盘交易，也没有接入大模型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痛点：专业配置进不了浏览器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真实需求是「能点开的研究闭环」，不是全国股民都已是用户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00" cy="21488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2148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门槛高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专业终端年费高，小型团队和个人用不起。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量化流程往往要求会写代码，研究留痕靠表格拼接。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486400" cy="21488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73152" cy="2148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527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风控弱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常见工具停在单一收益指标。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VaR / 压力测试、适当性匹配、归因对账不在同一套引擎。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5486400" cy="23317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73152" cy="2331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8444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案例 1 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950208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个人投资者 10 万元闲置资金。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需要：选股 → 风险平价 → 看清回撤与 VaR。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现场按钮：仪表盘「一键演示案例 1」。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474720"/>
            <a:ext cx="5486400" cy="23317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474720"/>
            <a:ext cx="73152" cy="2331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58444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案例 2 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950208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小型私募研究团队要可复现流程。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批量回测 + Brinson + 标准化报告。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1 亿元是名义演示本金，不是实盘资产管理规模。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五个创新点（均已可点开）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申报书承诺与当前仓库对齐；大模型策略仍是 2027 规划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267712" cy="49377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73152" cy="4937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252728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 因子增强选股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618488"/>
            <a:ext cx="19476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12 个可计算因子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截面标准化 + IC/IR 动态加权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按钮：选股「刷新选股」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143000"/>
            <a:ext cx="2267712" cy="49377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143000"/>
            <a:ext cx="73152" cy="4937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252728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2 风险平价组合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618488"/>
            <a:ext cx="19476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SciPy SLSQP 等风险贡献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可与等权对照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按钮：组合「优化入选篮子」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143000"/>
            <a:ext cx="2267712" cy="49377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1143000"/>
            <a:ext cx="73152" cy="4937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252728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3 全链路同一引擎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618488"/>
            <a:ext cx="19476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选股→回测→组合→风控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FastAPI + Vue 3，无需编程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侧栏七页同一套数据源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143000"/>
            <a:ext cx="2267712" cy="49377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1143000"/>
            <a:ext cx="73152" cy="4937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252728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4 压力测试预警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1618488"/>
            <a:ext cx="19476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历史模拟 VaR / CVaR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极端窗口与情景冲击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按钮：风控「评估风险平价组合」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6648" y="1143000"/>
            <a:ext cx="2267712" cy="49377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56648" y="1143000"/>
            <a:ext cx="73152" cy="4937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7816" y="1252728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5 投资适当性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1618488"/>
            <a:ext cx="19476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问卷分档 + 匹配拦截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本地审计，不采集身份证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按钮：适当性「提交问卷并匹配」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产品闭环：七页都能走通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数据源默认「离线演示（可断网）」；公开行情走自动并允许降级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仪表盘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1615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主按钮：一键演示案例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01368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745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选股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874520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主按钮：刷新选股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9736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328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532888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主按钮：运行回测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18104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9125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191256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主按钮：优化入选篮子 / 加载 Brinson 归因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76472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76472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496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风控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849624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主按钮：评估风险平价组合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079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适当性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50799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主按钮：填入保守/平衡示例 → 提交问卷并匹配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93208"/>
            <a:ext cx="11247120" cy="585216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093208"/>
            <a:ext cx="109728" cy="5852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案例2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166360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主按钮：运行案例 2 批量回测 / 生成并导出风控报告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案例 1 现场演示（离线样本）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点「一键演示案例 1」。数字来自 2026-09-10 本地 API，仪表盘两位小数。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88920" cy="15544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风险平价夏普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7DC39A"/>
                </a:solidFill>
                <a:latin typeface="微软雅黑"/>
                <a:ea typeface="微软雅黑"/>
                <a:cs typeface="微软雅黑"/>
              </a:rPr>
              <a:t>0.20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2788920" cy="15544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等权夏普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06C75"/>
                </a:solidFill>
                <a:latin typeface="微软雅黑"/>
                <a:ea typeface="微软雅黑"/>
                <a:cs typeface="微软雅黑"/>
              </a:rPr>
              <a:t>-0.07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2788920" cy="15544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平价是否优于等权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7DC39A"/>
                </a:solidFill>
                <a:latin typeface="微软雅黑"/>
                <a:ea typeface="微软雅黑"/>
                <a:cs typeface="微软雅黑"/>
              </a:rPr>
              <a:t>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43000"/>
            <a:ext cx="2788920" cy="15544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日度 95% 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06C75"/>
                </a:solidFill>
                <a:latin typeface="微软雅黑"/>
                <a:ea typeface="微软雅黑"/>
                <a:cs typeface="微软雅黑"/>
              </a:rPr>
              <a:t>1.40%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80360"/>
            <a:ext cx="5532120" cy="29260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80360"/>
            <a:ext cx="73152" cy="2926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10 万名义本金（样本内）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355848"/>
            <a:ext cx="5212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风险平价期末约 ¥103,741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等权期末约 ¥95,976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含近似交易成本 0.15%，非实盘成交。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数据源：offline_synthetic_demo（合成面板，可断网）。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口播必须带：这是历史模拟，不是未来收益保证。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80360"/>
            <a:ext cx="5532120" cy="29260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880360"/>
            <a:ext cx="73152" cy="2926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现场操作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355848"/>
            <a:ext cx="5212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打开 http://localhost:3000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确认左下角数据源 = 离线演示（可断网）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仪表盘自动跑一次；可再点「一键演示案例 1」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指向 KPI：风险平价夏普 / 等权夏普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再切选股「刷新选股」看 12 因子与衰减告警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创新点五：适当性匹配（可拦截）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本地演示规则，不是持牌机构适当性，不采集身份证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现场按钮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侧栏「适当性」或仪表盘「适当性问卷」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「填入保守示例」→「提交问卷并匹配」→ 对满仓风险平价通常「拦截」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拦截是功能，不是故障。改点「填入平衡示例」再提交，通常可通过。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另有「填入进取示例」。拟配置方法默认风险平价。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审计表只留时间、分档、结论、答案摘要。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分档与边界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分档：保守 / 稳健 / 平衡 / 积极 / 进取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匹配项：方法、仓位、波动约束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不匹配就拦截并写本地 JSONL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不做：证件号、合格投资者认定、代客下单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评委若问「算合规吗」：不算，是可演示的产品规则。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案例 2：小型私募研究流程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按钮：运行案例 2 批量回测 → 生成并导出风控报告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88920" cy="14173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配置效应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4.65%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2788920" cy="14173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07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选择效应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3.16%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2788920" cy="14173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07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交互效应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-1.65%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43000"/>
            <a:ext cx="2788920" cy="14173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207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超额（对等权）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5544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6.15%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88920"/>
            <a:ext cx="5532120" cy="30175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788920"/>
            <a:ext cx="73152" cy="3017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898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口径必须说清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264408"/>
            <a:ext cx="5212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名义本金 100,000,000 元 = 机构场景演示刻度。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不是把名义本金说成实盘资产管理规模。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Brinson 数字可对账：4.65% + 3.16% + (-1.65%) ≈ 6.15%。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报告写入 data/reports/，不是监管报备、不是托管估值。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88920"/>
            <a:ext cx="5532120" cy="301752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788920"/>
            <a:ext cx="73152" cy="3017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898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组合页也可看归因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264408"/>
            <a:ext cx="5212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侧栏「组合」→「优化入选篮子」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再点「加载 Brinson 归因」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四种优化：等权 / 风险平价 / 最小方差 / 最大夏普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风险平价夏普同样显示 0.20 vs 等权 -0.07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技术栈：本机可复现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后端 8010 · 前端 localhost:3000 · 一条 PowerShell 启动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已交付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FastAPI + Uvicorn + Pydantic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Vue 3 + Vite + Element Plus + ECharts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Pandas / NumPy / SciPy（风险平价 SLSQP）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数据：AKShare 自动；失败或断网降级 data/offline/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OpenAPI：http://127.0.0.1:8010/docs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启动：.\scripts\dev.ps1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明确未接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未接入大模型（申报书第三阶段，2027-01 至 06，规划）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未接支付 / SaaS 计费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未接下单与券商柜台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TensorFlow 不在当前选股引擎里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公网魔搭 Demo 本轮不部署，避免消耗 Token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本场品牌只有 AlphaQuant，不讲其他杯赛数字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商业模式（规划，产品未收费）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评审问「怎么赚钱」：讲路径；问「现在赚多少」：还没有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760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个人投资者（案例 1）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管理规模 1–10 亿的小型私募研究团队（案例 2 场景）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财富管理机构的研究助理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当前形态：研发中的可演示产品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252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设想定价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618488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专业版订阅（申报书扫描件曾写 99 元/月）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机构研究席位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都是设想，产品未接支付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不把 TAM 说成已经占领的份额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65760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52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第四阶段目标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18488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2027 下半年用户运营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规划：10 万注册、付费与收入数字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状态：规划，不是现状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不要把规划注册数讲成已经达成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社会效益：把研究流程做成可验证的公共能力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金融科技赛道：应用研究 + 产品研发，而不是口号普惠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32120" cy="21945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降低门槛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浏览器即可走完选股、配置、风控，不必先会写策略代码。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离线样本保证评委电脑无网也能复核。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532120" cy="21945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73152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可对账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Brinson 配置/选择/交互可加总核对超额。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标准化风控报告结构化导出，研究留痕。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0440"/>
            <a:ext cx="5532120" cy="21945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73152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6301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适当性意识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995928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用可拦截的匹配规则提醒「产品风险要和人匹配」。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诚实边界：这不是持牌合规系统。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20440"/>
            <a:ext cx="5532120" cy="219456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20440"/>
            <a:ext cx="73152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6301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工程师创新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995928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在职工程师业余把申报书里的引擎做成可点产品。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符合「正处于研发过程中的创新型项目」。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AlphaQuant  ·  演示非实盘  ·  离线样本内回测 ≠ 收益承诺  · 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下一步与诚实边界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8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BC4"/>
                </a:solidFill>
                <a:latin typeface="微软雅黑"/>
                <a:ea typeface="微软雅黑"/>
                <a:cs typeface="微软雅黑"/>
              </a:rPr>
              <a:t>初赛要可验证产品；决赛再谈合作与迭代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规划节奏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2026-07 至 09：核心引擎与 A 股演示（当前）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2026-10 至 12：基金/债券等多资产（未开始）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2027-01 至 06：探索大模型自然语言策略（规划）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2027-07 至 12：用户运营目标（规划）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本周：创始人电话核实黄浦初赛形式与材料清单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532120" cy="466344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73152" cy="4663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52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当场禁语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其他杯赛品牌、他赛回测数字与编号（本场只用 AlphaQuant）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把规划中的模型能力或注册数讲成已经上线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真实持仓、已经下单、实盘成交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把名义一亿元说成实盘资产管理规模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把离线合成样本叫做真实行情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把回测夏普 0.20 说成承诺收益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AlphaQuant  ·  让选股、配置、风控、适当性在同一浏览器里跑完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本地演示：http://localhost:3000    后端：http://127.0.0.1:8010/docs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公网 Demo URL：待创始人按黄浦要求填写（本轮未部署魔搭）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负责人：冯亦根    电话：18969081266    邮箱：fengyigen@qq.com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黄浦初赛核实：尹老师 / 顾老师  021-33134800-21291 / 21287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EFE0"/>
                </a:solidFill>
                <a:latin typeface="微软雅黑"/>
                <a:ea typeface="微软雅黑"/>
                <a:cs typeface="微软雅黑"/>
              </a:rPr>
              <a:t>赛事动态：https://www.rsj.sh.gov.cn/zqncyds/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